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oboto Bold" charset="1" panose="02000000000000000000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963" y="91890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8437" y="10275292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02760" y="-18274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34670" y="-197542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37869" y="3111500"/>
            <a:ext cx="14854200" cy="384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Convolutional Neural Network (CNN)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535846" y="6363693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56361" y="8863965"/>
            <a:ext cx="13175278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Yusuf Mehmet Ali ESER - 36253632018</a:t>
            </a:r>
          </a:p>
          <a:p>
            <a:pPr algn="ctr">
              <a:lnSpc>
                <a:spcPts val="58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673629" y="182012"/>
            <a:ext cx="13175278" cy="145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İnönü Üniversitesi Yazılım Mühendisliği 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Yüksek Lisans -  Derin Öğrenme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0513" y="-3104296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8380" y="2598130"/>
            <a:ext cx="14691240" cy="644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Konvolüsyonel Sinir Ağları (CNN), özellikle görüntü işleme problemlerinde yaygın olarak kullanılan özel bir yapay sinir ağı türüdür.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Temel Yapı: Klasik sinir ağları gibi neuron'lardan oluşur; öğrenmek için ağırlık (weight) ve sapma (bias) değerlerini kullanır.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İşleyiş: Her neuron girişleri alır, birleştirir ve genellikle lineer olmayan (non-linear) bir fonksiyon aracılığıyla çıkış üretir.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Görüntü Odaklılık: CNN uygulamaları girişleri görüntü olarak varsayar ve görüntüye özgü özellikleri mimariye kodlamamıza imkan tanır.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3447" y="658390"/>
            <a:ext cx="16265853" cy="11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Konvolüsyonel Sinir Ağlarına (CNN) Giriş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0513" y="-3104296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8380" y="2868367"/>
            <a:ext cx="14691240" cy="594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Klasik ağların aksine CNN'lerde neuron'lar üç boyutlu (genişlik, yükseklik, derinlik) olarak düzenlenir.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3D Giriş/Çıkış: Her katman 3D bir giriş alabilir ve 3D bir çıkış üretebilir.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Giriş Katmanı (Input Layer): Görüntüyü doğrudan alır. Katmanın genişliği ve yüksekliği görüntünün boyutlarına eşittir; derinliği ise renk kanallarına (örneğin RGB için 3) bağlıdır.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Mimari Akış: Tipik bir CNN mimarisi; Input -&gt; Conv -&gt; Pool -&gt; Conv -&gt; Pool -&gt; FC -&gt; Softmax dizilimini takip eder.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3447" y="885825"/>
            <a:ext cx="16265853" cy="11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CNN Yapısı ve Katman Boyutları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0513" y="-3104296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8380" y="2886383"/>
            <a:ext cx="14691240" cy="594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CNN süreci iki ana aşamaya ayrılır: Özellik Öğrenme (Feature Learning) ve Sınıflandırma (Classification).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Özellik Öğrenme: Konvolüsyon ve ReLU operatörleri ile görüntünün öznitelikleri çıkarılır, ardından Pooling ile boyut indirgeme yapılır.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Sınıflandırma: Çıkarılan özellikler "Düzleştirme" (Flattening) işleminden geçirilerek tek boyuta indirgenir ve Tam Bağlantılı (FC) katmanlara aktarılır.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Softmax: En sondaki bu katman, çıkış sınıflarının (örneğin; araba, kamyon, bisiklet) olasılık dağılımını hesaplar.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3447" y="885825"/>
            <a:ext cx="16265853" cy="11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Özellik Öğrenme ve Sınıflandırma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0513" y="-3104296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0753" y="3426857"/>
            <a:ext cx="14691240" cy="446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Giriş ve çıkış matrisleri arasındaki boyut ilişkisini kontrol etmek için iki ana parametre kullanılır: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Stride (Adım Boyutu): Filtrenin her adımda kaç birim kayacağını belirler. Varsayılan değer 1'dir. Stride arttıkça elde edilen özellik haritası küçülür.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Padding: Giriş matrisinin etrafına "0" değerli hücreler ekleyerek çıkışın girişle aynı boyutta kalmasını sağlar.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3447" y="1174078"/>
            <a:ext cx="16265853" cy="11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Boyut Yönetimi: Stride ve Padding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4560" y="-3320321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8380" y="2886383"/>
            <a:ext cx="14691240" cy="545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Boyut indirgeme ve işlem maliyetini düşürme amacıyla konvolüsyondan sonra uygulanır.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Mekanizma: Özellik haritasının yüksekliğini ve genişliğini düşürürken derinliği sabit tutar.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Max Pooling: Belirli bir pencere içindeki (örneğin 2 X 2) en büyük değeri seçer. Bu, en baskın özellikleri korumamıza yardımcı olur.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Örnek: Genellikle 32 X 32 X 10 boyutundaki bir veri, pooling sonrası 16 X 16 X 10 boyutuna indirgenir.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3447" y="885825"/>
            <a:ext cx="16265853" cy="11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Pooling (Havuzlama) Katmanı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0513" y="-3104296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8380" y="2886383"/>
            <a:ext cx="14691240" cy="545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Özellik öğrenme aşaması bittikten sonra, elde edilen veriler bir sınıf etiketine dönüştürülür.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Flattening (Düzleştirme): 3 boyutlu çıkışlar tek boyutlu bir vektöre dönüştürülür.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Fully Connected (FC): Klasik bir yapay sinir ağı gibi çalışarak skorları hesaplar.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Softmax: Son katmanda yer alır ve çıkışın sınıflara ait olma olasılığını hesaplar. Tüm olasılıkların toplamı 1'dir. Formülü: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63795" y="7410308"/>
            <a:ext cx="3760555" cy="1858911"/>
          </a:xfrm>
          <a:custGeom>
            <a:avLst/>
            <a:gdLst/>
            <a:ahLst/>
            <a:cxnLst/>
            <a:rect r="r" b="b" t="t" l="l"/>
            <a:pathLst>
              <a:path h="1858911" w="3760555">
                <a:moveTo>
                  <a:pt x="0" y="0"/>
                </a:moveTo>
                <a:lnTo>
                  <a:pt x="3760555" y="0"/>
                </a:lnTo>
                <a:lnTo>
                  <a:pt x="3760555" y="1858910"/>
                </a:lnTo>
                <a:lnTo>
                  <a:pt x="0" y="185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3447" y="885825"/>
            <a:ext cx="16265853" cy="11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Sınıflandırma: FC ve Softmax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0513" y="-3104296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0753" y="3102573"/>
            <a:ext cx="14691240" cy="495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Modelin başarısını belirleyen ve doğrudan öğrenilmeyen değerlerdir.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Filtre Sayısı: Daha güçlü bir model için sayı artırılabilir; ancak çok fazla filtre aşırı öğrenme (overfitting) riskini doğurur.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Filtre Boyutu: Genellikle 2 X 3 veya 3 X 3 gibi küçük değerler tercih edilir.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Stride ve Padding: Genellikle her ikisi de 1 olarak seçilir, ancak probleme göre optimiz edilebilir.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3447" y="885825"/>
            <a:ext cx="16265853" cy="11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Kritik Hiperparametreler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6821" y="875663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579" y="9842913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74060" y="-20436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705970" y="-219161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133220" y="4087813"/>
            <a:ext cx="12115800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Teşekkürler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308347" y="1271894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373704" y="5931314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56361" y="8863965"/>
            <a:ext cx="13175278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Yusuf Mehmet Ali ESER - 36253632018</a:t>
            </a:r>
          </a:p>
          <a:p>
            <a:pPr algn="ctr">
              <a:lnSpc>
                <a:spcPts val="588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DAHEhoV8nA8</dc:identifier>
  <dcterms:modified xsi:type="dcterms:W3CDTF">2011-08-01T06:04:30Z</dcterms:modified>
  <cp:revision>1</cp:revision>
  <dc:title>Convolutional Neural Network (CNN)</dc:title>
</cp:coreProperties>
</file>